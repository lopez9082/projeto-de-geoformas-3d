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4" r:id="rId4"/>
    <p:sldId id="257" r:id="rId5"/>
    <p:sldId id="260" r:id="rId6"/>
    <p:sldId id="258" r:id="rId7"/>
    <p:sldId id="259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602D3-BEAF-4C69-9918-79461C8C1250}" v="7" dt="2025-11-26T20:44:46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57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Cruz de Azevedo" userId="6861880444fb1dc1" providerId="LiveId" clId="{5A4BBA7F-1BED-4E91-A724-3D0C72BD55B8}"/>
    <pc:docChg chg="custSel addSld modSld sldOrd">
      <pc:chgData name="Marcos Cruz de Azevedo" userId="6861880444fb1dc1" providerId="LiveId" clId="{5A4BBA7F-1BED-4E91-A724-3D0C72BD55B8}" dt="2025-11-26T20:44:46.958" v="399"/>
      <pc:docMkLst>
        <pc:docMk/>
      </pc:docMkLst>
      <pc:sldChg chg="modSp mod">
        <pc:chgData name="Marcos Cruz de Azevedo" userId="6861880444fb1dc1" providerId="LiveId" clId="{5A4BBA7F-1BED-4E91-A724-3D0C72BD55B8}" dt="2025-11-26T20:42:29.141" v="394" actId="20577"/>
        <pc:sldMkLst>
          <pc:docMk/>
          <pc:sldMk cId="468112950" sldId="257"/>
        </pc:sldMkLst>
        <pc:spChg chg="mod">
          <ac:chgData name="Marcos Cruz de Azevedo" userId="6861880444fb1dc1" providerId="LiveId" clId="{5A4BBA7F-1BED-4E91-A724-3D0C72BD55B8}" dt="2025-11-26T20:42:29.141" v="394" actId="20577"/>
          <ac:spMkLst>
            <pc:docMk/>
            <pc:sldMk cId="468112950" sldId="257"/>
            <ac:spMk id="10" creationId="{88F97F19-7DEC-8796-E7B0-411C89A4F442}"/>
          </ac:spMkLst>
        </pc:spChg>
      </pc:sldChg>
      <pc:sldChg chg="modSp mod">
        <pc:chgData name="Marcos Cruz de Azevedo" userId="6861880444fb1dc1" providerId="LiveId" clId="{5A4BBA7F-1BED-4E91-A724-3D0C72BD55B8}" dt="2025-11-26T20:44:46.958" v="399"/>
        <pc:sldMkLst>
          <pc:docMk/>
          <pc:sldMk cId="2056155559" sldId="258"/>
        </pc:sldMkLst>
        <pc:spChg chg="mod">
          <ac:chgData name="Marcos Cruz de Azevedo" userId="6861880444fb1dc1" providerId="LiveId" clId="{5A4BBA7F-1BED-4E91-A724-3D0C72BD55B8}" dt="2025-11-26T20:44:46.958" v="399"/>
          <ac:spMkLst>
            <pc:docMk/>
            <pc:sldMk cId="2056155559" sldId="258"/>
            <ac:spMk id="10" creationId="{D1DB8905-E709-2BE1-C1DB-A737F5B8BCD7}"/>
          </ac:spMkLst>
        </pc:spChg>
      </pc:sldChg>
      <pc:sldChg chg="modSp mod">
        <pc:chgData name="Marcos Cruz de Azevedo" userId="6861880444fb1dc1" providerId="LiveId" clId="{5A4BBA7F-1BED-4E91-A724-3D0C72BD55B8}" dt="2025-11-26T20:43:57.074" v="397" actId="20577"/>
        <pc:sldMkLst>
          <pc:docMk/>
          <pc:sldMk cId="2958381328" sldId="263"/>
        </pc:sldMkLst>
        <pc:spChg chg="mod">
          <ac:chgData name="Marcos Cruz de Azevedo" userId="6861880444fb1dc1" providerId="LiveId" clId="{5A4BBA7F-1BED-4E91-A724-3D0C72BD55B8}" dt="2025-11-26T20:43:57.074" v="397" actId="20577"/>
          <ac:spMkLst>
            <pc:docMk/>
            <pc:sldMk cId="2958381328" sldId="263"/>
            <ac:spMk id="7" creationId="{6842248C-30EE-CB4B-B538-39C714DD758B}"/>
          </ac:spMkLst>
        </pc:spChg>
      </pc:sldChg>
      <pc:sldChg chg="modSp add mod ord">
        <pc:chgData name="Marcos Cruz de Azevedo" userId="6861880444fb1dc1" providerId="LiveId" clId="{5A4BBA7F-1BED-4E91-A724-3D0C72BD55B8}" dt="2025-11-26T20:39:21.567" v="389" actId="20577"/>
        <pc:sldMkLst>
          <pc:docMk/>
          <pc:sldMk cId="2678062369" sldId="265"/>
        </pc:sldMkLst>
        <pc:spChg chg="mod">
          <ac:chgData name="Marcos Cruz de Azevedo" userId="6861880444fb1dc1" providerId="LiveId" clId="{5A4BBA7F-1BED-4E91-A724-3D0C72BD55B8}" dt="2025-11-26T20:39:21.567" v="389" actId="20577"/>
          <ac:spMkLst>
            <pc:docMk/>
            <pc:sldMk cId="2678062369" sldId="265"/>
            <ac:spMk id="4" creationId="{301B1956-F7B4-4934-0B69-80C6043D1122}"/>
          </ac:spMkLst>
        </pc:spChg>
      </pc:sldChg>
      <pc:sldChg chg="addSp delSp modSp add mod ord">
        <pc:chgData name="Marcos Cruz de Azevedo" userId="6861880444fb1dc1" providerId="LiveId" clId="{5A4BBA7F-1BED-4E91-A724-3D0C72BD55B8}" dt="2025-11-26T20:40:50.931" v="391"/>
        <pc:sldMkLst>
          <pc:docMk/>
          <pc:sldMk cId="3089419483" sldId="266"/>
        </pc:sldMkLst>
        <pc:spChg chg="mod">
          <ac:chgData name="Marcos Cruz de Azevedo" userId="6861880444fb1dc1" providerId="LiveId" clId="{5A4BBA7F-1BED-4E91-A724-3D0C72BD55B8}" dt="2025-11-26T20:38:46.038" v="339" actId="20577"/>
          <ac:spMkLst>
            <pc:docMk/>
            <pc:sldMk cId="3089419483" sldId="266"/>
            <ac:spMk id="7" creationId="{0584164B-A365-4DE3-BE91-B88986986A2F}"/>
          </ac:spMkLst>
        </pc:spChg>
        <pc:spChg chg="mod">
          <ac:chgData name="Marcos Cruz de Azevedo" userId="6861880444fb1dc1" providerId="LiveId" clId="{5A4BBA7F-1BED-4E91-A724-3D0C72BD55B8}" dt="2025-11-26T20:40:50.931" v="391"/>
          <ac:spMkLst>
            <pc:docMk/>
            <pc:sldMk cId="3089419483" sldId="266"/>
            <ac:spMk id="10" creationId="{39FBB381-A514-FE99-33CF-ADE8A9C70F36}"/>
          </ac:spMkLst>
        </pc:spChg>
        <pc:picChg chg="del">
          <ac:chgData name="Marcos Cruz de Azevedo" userId="6861880444fb1dc1" providerId="LiveId" clId="{5A4BBA7F-1BED-4E91-A724-3D0C72BD55B8}" dt="2025-11-26T20:35:46.257" v="84" actId="478"/>
          <ac:picMkLst>
            <pc:docMk/>
            <pc:sldMk cId="3089419483" sldId="266"/>
            <ac:picMk id="2" creationId="{BF4E3FD9-E60C-8FC5-E07D-6D93FC21394F}"/>
          </ac:picMkLst>
        </pc:picChg>
        <pc:picChg chg="del">
          <ac:chgData name="Marcos Cruz de Azevedo" userId="6861880444fb1dc1" providerId="LiveId" clId="{5A4BBA7F-1BED-4E91-A724-3D0C72BD55B8}" dt="2025-11-26T20:35:45.501" v="83" actId="478"/>
          <ac:picMkLst>
            <pc:docMk/>
            <pc:sldMk cId="3089419483" sldId="266"/>
            <ac:picMk id="3" creationId="{C6E8768E-F492-4485-05A1-1FFD9DDC83AC}"/>
          </ac:picMkLst>
        </pc:picChg>
        <pc:picChg chg="add mod">
          <ac:chgData name="Marcos Cruz de Azevedo" userId="6861880444fb1dc1" providerId="LiveId" clId="{5A4BBA7F-1BED-4E91-A724-3D0C72BD55B8}" dt="2025-11-26T20:36:21.629" v="90" actId="1440"/>
          <ac:picMkLst>
            <pc:docMk/>
            <pc:sldMk cId="3089419483" sldId="266"/>
            <ac:picMk id="5" creationId="{52CB9CC7-4DE9-41BA-7C6D-D32AD17A9920}"/>
          </ac:picMkLst>
        </pc:picChg>
        <pc:picChg chg="add mod">
          <ac:chgData name="Marcos Cruz de Azevedo" userId="6861880444fb1dc1" providerId="LiveId" clId="{5A4BBA7F-1BED-4E91-A724-3D0C72BD55B8}" dt="2025-11-26T20:37:53.170" v="193" actId="1440"/>
          <ac:picMkLst>
            <pc:docMk/>
            <pc:sldMk cId="3089419483" sldId="266"/>
            <ac:picMk id="6" creationId="{D1F6A427-950D-A527-63B9-3F883390027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52943-242A-CC00-62B8-BDD22F264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1FA39C-732B-B2F1-C1A2-AE510A369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B10956-C2ED-335B-03AA-A1610E65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47153B-535C-1F4C-D4B4-8A953D862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ECE912-0985-AD72-28C1-1AE848492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12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7F2E6-BAF7-B931-F2DD-325DBF01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8EC1BE-250F-45D2-5832-550AC2789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114B7E-BB5C-638D-7577-3C912B39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72063B-A312-4D98-12B6-620EB31A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6AAB25-DE74-9443-130D-378B4DDA9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3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5E7C9-3678-BC51-038A-86DD5065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32EC07-D149-1924-46CD-04C029C74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5CA6D8-9FF1-C9FE-E752-7A2B9FD7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4E537F-FA70-79C7-4341-D5B78B230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EFD651-DAB7-C94F-F2AC-E0245A86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266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80386-4637-8BE0-3F09-63B4F4B5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A2F672-A21C-E1F7-1E68-B709BB49A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C1A826-FE35-53DD-AD54-3BBFF57B6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C5E891-224D-F719-AFE8-6D2413CCC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DDBCFD-2D7C-5EA8-0A1A-93DB13B9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6F1310-E683-3370-C52C-F15EA5CF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4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AA22D-4A9F-9205-93FE-F1A2FA372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71EB2D-72AD-0A72-A832-0B877593F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368857-06C9-2F0D-91D6-CCA415D20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F9471E-757F-F6AA-FF0E-605370DDF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697B558-21F1-4A3F-2A8C-967DA4667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54CB39-2521-69AD-3F32-42636B38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2597E9E-7831-4A02-414F-59C7D52B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A9E7A69-3DF9-4547-0D11-908BEAF2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018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F126E-6CAC-5F07-6CCC-6A7F029B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3F018E1-DD70-31C0-435B-7582F1E2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8B64BF-255B-861C-AD74-CCB198F0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2A1FF6-D5CE-FDB8-B4C0-B68890CE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95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88AB39-7402-C60B-097B-07475A1F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E0E452-66A9-2CEE-2278-4DB10A8D7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9E1793-B2C8-C5AC-4E0E-4DDC03CE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44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1F361-D9B8-821F-3F6C-C2B9CE23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E731C1-B33F-C499-D0AE-F1136985F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ABF766-9295-BD34-1AB4-1A71240EA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FDE77A-91B6-1EEB-FCD2-7F5EC1FF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73E37F-BD81-2388-326B-4C4B387C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05E688-8A85-5E69-C18D-FBE2BA28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83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41757-8D29-2238-56CA-4FC2B163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912BF16-F9D2-5D93-4780-B74DF2CAE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28FADF-BFB0-2CC5-E276-E6149EB4F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89CFC3-0364-24F5-B13C-52E502F1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0990D3-90F3-43FA-6431-D7C336C8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82E983-4AB4-14C5-6205-ACB7BFBD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1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0479F-38E1-95C8-B3AB-6F033C04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949145-2C12-9BA4-60A3-69B8A7016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B17602-DFB5-34BA-3F08-E29851C4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583C2A-B38B-9723-6DEA-71DD7C15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E2BEBD-0835-D3AA-DB10-9CCA0578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9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66AB97-3A65-84FC-C0B1-D0D00A97E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027D5E-F471-5460-24C5-AEB42F1C6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47EFBC-A60C-6E8D-DF39-29637BD84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5F1CCC-52A4-D4E3-B796-12A74D03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00A75F-39A3-A969-0663-9A1F1E40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1263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979A48-A796-386B-B87B-C0398F02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ED09C3-B802-371B-DD27-2623D9EA0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E03756-765B-6CDD-3F65-DD5BE14B4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C41E8-4CD6-409C-9DE9-F0260E0084F5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E7BD85-86E7-E929-0B00-ACF64D9DB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23566F-3C02-6376-49C7-796099C3A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C2C8A-96FD-4E00-9E42-F001F6C93F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34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carlos-mello-8879b7216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sara-portes-de-souza-dos-santos-914a09397/?utm_source=share&amp;utm_campaign=share_via&amp;utm_content=profile&amp;utm_medium=android_ap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linkedin.com/in/vict%C3%B3ria-adrielle-37a84522b/?utm_source=share&amp;utm_campaign=share_via&amp;utm_content=profile&amp;utm_medium=android_app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linkedin.com/in/marcos-cruz-de-azevedo-a12858290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A4CA34F-35A7-AA0A-5E3E-B1D198AD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Grupo de Estudos em Educação, Matemática e Tecnologias - GEMATECH</a:t>
            </a:r>
          </a:p>
        </p:txBody>
      </p:sp>
    </p:spTree>
    <p:extLst>
      <p:ext uri="{BB962C8B-B14F-4D97-AF65-F5344CB8AC3E}">
        <p14:creationId xmlns:p14="http://schemas.microsoft.com/office/powerpoint/2010/main" val="450752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320D151-36EF-6F16-61A5-1C5E9FA55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757"/>
            <a:ext cx="12192000" cy="160020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415EF9C-906F-52CA-CF11-DB2AAEBE2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175" y="2168824"/>
            <a:ext cx="4337649" cy="4337649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03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F1AEF-3C3F-ECF4-5B17-664BBD3D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C38B8C8-D6BA-C279-6D7E-49704FD4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Licenciatura em Matemática EAD</a:t>
            </a:r>
          </a:p>
        </p:txBody>
      </p:sp>
    </p:spTree>
    <p:extLst>
      <p:ext uri="{BB962C8B-B14F-4D97-AF65-F5344CB8AC3E}">
        <p14:creationId xmlns:p14="http://schemas.microsoft.com/office/powerpoint/2010/main" val="723023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FA0A2-BF5A-8FF1-F2F4-138804931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EF4FD3A-AB13-B071-BDEB-E083297FF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59" y="724618"/>
            <a:ext cx="2543355" cy="254335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6FF7E3A-DD71-D800-D6CA-10C848914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59" y="3933644"/>
            <a:ext cx="2543355" cy="254335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01257D61-C247-FF0B-E36E-CEDFFA70380C}"/>
              </a:ext>
            </a:extLst>
          </p:cNvPr>
          <p:cNvSpPr txBox="1">
            <a:spLocks/>
          </p:cNvSpPr>
          <p:nvPr/>
        </p:nvSpPr>
        <p:spPr>
          <a:xfrm>
            <a:off x="3364302" y="1333514"/>
            <a:ext cx="8195094" cy="8058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pt-BR" sz="2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70C423-11B6-0867-36CA-B21AD04AF06E}"/>
              </a:ext>
            </a:extLst>
          </p:cNvPr>
          <p:cNvSpPr txBox="1"/>
          <p:nvPr/>
        </p:nvSpPr>
        <p:spPr>
          <a:xfrm>
            <a:off x="3364302" y="5201320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THALIA MARTHA DA SILVA GOMES </a:t>
            </a:r>
          </a:p>
          <a:p>
            <a:r>
              <a:rPr lang="pt-BR" dirty="0"/>
              <a:t>Licencianda em Matemática EAD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8F97F19-7DEC-8796-E7B0-411C89A4F442}"/>
              </a:ext>
            </a:extLst>
          </p:cNvPr>
          <p:cNvSpPr txBox="1"/>
          <p:nvPr/>
        </p:nvSpPr>
        <p:spPr>
          <a:xfrm>
            <a:off x="3206151" y="2139352"/>
            <a:ext cx="6098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CARLOS EDUARDO MELLO COSTA </a:t>
            </a:r>
          </a:p>
          <a:p>
            <a:r>
              <a:rPr lang="pt-BR" dirty="0"/>
              <a:t>Licenciando em Matemática EAD</a:t>
            </a:r>
          </a:p>
          <a:p>
            <a:r>
              <a:rPr lang="pt-BR" dirty="0">
                <a:hlinkClick r:id="rId4"/>
              </a:rPr>
              <a:t>https://www.linkedin.com/in/carlos-mello-8879b7216/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11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7D144-17D9-B687-F183-00D4F20E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CB6F5D5-702F-DB3C-77EF-30CC124B1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43" y="530428"/>
            <a:ext cx="2694666" cy="355427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A9A3BA0-0DBA-152B-2891-3C304E3B588E}"/>
              </a:ext>
            </a:extLst>
          </p:cNvPr>
          <p:cNvSpPr txBox="1"/>
          <p:nvPr/>
        </p:nvSpPr>
        <p:spPr>
          <a:xfrm>
            <a:off x="3026609" y="2113064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ROSILENE QUEIROZ DA SILVA ZEN </a:t>
            </a:r>
          </a:p>
          <a:p>
            <a:r>
              <a:rPr lang="pt-BR" dirty="0"/>
              <a:t>Licencianda em Matemática EAD</a:t>
            </a:r>
          </a:p>
        </p:txBody>
      </p:sp>
    </p:spTree>
    <p:extLst>
      <p:ext uri="{BB962C8B-B14F-4D97-AF65-F5344CB8AC3E}">
        <p14:creationId xmlns:p14="http://schemas.microsoft.com/office/powerpoint/2010/main" val="295989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05A2-7481-F486-8C75-C27562EE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DAC1C19-8796-13E4-D398-820C09E83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93" y="3756805"/>
            <a:ext cx="1855063" cy="269193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8C948D1-CFFA-D87A-7BC7-52F23CA76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185" y="409262"/>
            <a:ext cx="1707677" cy="30055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2C4F158-732D-3D97-4362-59DE2CAEACB3}"/>
              </a:ext>
            </a:extLst>
          </p:cNvPr>
          <p:cNvSpPr txBox="1"/>
          <p:nvPr/>
        </p:nvSpPr>
        <p:spPr>
          <a:xfrm>
            <a:off x="2791556" y="2613396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JORGE LESSA BATISTA DA SILVA JUNIOR </a:t>
            </a:r>
          </a:p>
          <a:p>
            <a:r>
              <a:rPr lang="pt-BR" dirty="0"/>
              <a:t>Licenciando em Matemática EAD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DB8905-E709-2BE1-C1DB-A737F5B8BCD7}"/>
              </a:ext>
            </a:extLst>
          </p:cNvPr>
          <p:cNvSpPr txBox="1"/>
          <p:nvPr/>
        </p:nvSpPr>
        <p:spPr>
          <a:xfrm>
            <a:off x="3046563" y="5339343"/>
            <a:ext cx="6098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SARA PORTE DE SOUZA DOS SANTOS</a:t>
            </a:r>
          </a:p>
          <a:p>
            <a:r>
              <a:rPr lang="pt-BR" dirty="0"/>
              <a:t>Licencianda em Matemática EAD</a:t>
            </a:r>
          </a:p>
          <a:p>
            <a:r>
              <a:rPr lang="pt-BR" dirty="0">
                <a:hlinkClick r:id="rId4"/>
              </a:rPr>
              <a:t>(1) Sara Portes de Souza dos Santos | LinkedIn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615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2776-3F61-6235-8242-CC162A45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1B28BE-8B4B-CB4D-7237-81E7A2099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345057"/>
            <a:ext cx="1589632" cy="292826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8896651-C41F-E79F-C3EB-A3F525D2B177}"/>
              </a:ext>
            </a:extLst>
          </p:cNvPr>
          <p:cNvSpPr txBox="1"/>
          <p:nvPr/>
        </p:nvSpPr>
        <p:spPr>
          <a:xfrm>
            <a:off x="2649748" y="2626994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ROBERTA BARBOZA DE SOUZA DA SILVA </a:t>
            </a:r>
          </a:p>
          <a:p>
            <a:r>
              <a:rPr lang="pt-BR" dirty="0"/>
              <a:t>Licencianda em Matemática EAD</a:t>
            </a:r>
          </a:p>
        </p:txBody>
      </p:sp>
    </p:spTree>
    <p:extLst>
      <p:ext uri="{BB962C8B-B14F-4D97-AF65-F5344CB8AC3E}">
        <p14:creationId xmlns:p14="http://schemas.microsoft.com/office/powerpoint/2010/main" val="1782634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508A-8FEC-ABBA-063D-2672C763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2C5A23-64D1-E54D-7E72-1BBD1F70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Pedagogia EAD</a:t>
            </a:r>
          </a:p>
        </p:txBody>
      </p:sp>
    </p:spTree>
    <p:extLst>
      <p:ext uri="{BB962C8B-B14F-4D97-AF65-F5344CB8AC3E}">
        <p14:creationId xmlns:p14="http://schemas.microsoft.com/office/powerpoint/2010/main" val="1077874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D36D-85B8-CE45-A05E-5C2A13CF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522DD0-478A-0205-BED2-0A371BDFC2DB}"/>
              </a:ext>
            </a:extLst>
          </p:cNvPr>
          <p:cNvSpPr txBox="1">
            <a:spLocks/>
          </p:cNvSpPr>
          <p:nvPr/>
        </p:nvSpPr>
        <p:spPr>
          <a:xfrm>
            <a:off x="3364302" y="1333514"/>
            <a:ext cx="8195094" cy="8058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pt-BR" sz="2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842248C-30EE-CB4B-B538-39C714DD758B}"/>
              </a:ext>
            </a:extLst>
          </p:cNvPr>
          <p:cNvSpPr txBox="1"/>
          <p:nvPr/>
        </p:nvSpPr>
        <p:spPr>
          <a:xfrm>
            <a:off x="3206151" y="4960905"/>
            <a:ext cx="60988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VICTÓRIA ADRIELLE GONÇALVES DA SILVA</a:t>
            </a:r>
          </a:p>
          <a:p>
            <a:r>
              <a:rPr lang="pt-BR" dirty="0"/>
              <a:t>Pedagogia EAD</a:t>
            </a:r>
          </a:p>
          <a:p>
            <a:r>
              <a:rPr lang="pt-BR" dirty="0">
                <a:hlinkClick r:id="rId2"/>
              </a:rPr>
              <a:t>https://www.linkedin.com/in/vict%C3%B3ria-adrielle-37a84522b/?utm_source=share&amp;utm_campaign=share_via&amp;utm_content=profile&amp;utm_medium=android_app</a:t>
            </a:r>
            <a:r>
              <a:rPr lang="pt-BR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6F0C0B-C527-A45E-437F-842B82017A44}"/>
              </a:ext>
            </a:extLst>
          </p:cNvPr>
          <p:cNvSpPr txBox="1"/>
          <p:nvPr/>
        </p:nvSpPr>
        <p:spPr>
          <a:xfrm>
            <a:off x="3206151" y="1788193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GABRIELLY COELHO DA CUNHA</a:t>
            </a:r>
          </a:p>
          <a:p>
            <a:r>
              <a:rPr lang="pt-BR" dirty="0"/>
              <a:t>Pedagogia EAD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B919ABA-2169-709F-0D37-DF07491AE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39" y="243045"/>
            <a:ext cx="2543355" cy="254335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354731C-E728-7E5F-A445-AEC51DC58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39" y="3689228"/>
            <a:ext cx="2543355" cy="254335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5838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D7B46-B682-C50C-BF7B-F806BF6A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01B1956-F7B4-4934-0B69-80C6043D1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Orientadores</a:t>
            </a:r>
          </a:p>
        </p:txBody>
      </p:sp>
    </p:spTree>
    <p:extLst>
      <p:ext uri="{BB962C8B-B14F-4D97-AF65-F5344CB8AC3E}">
        <p14:creationId xmlns:p14="http://schemas.microsoft.com/office/powerpoint/2010/main" val="2678062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DF81D-FD00-8514-B92D-BFE54492C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84DA976-2E2F-FB53-32F7-80C810952DF6}"/>
              </a:ext>
            </a:extLst>
          </p:cNvPr>
          <p:cNvSpPr txBox="1">
            <a:spLocks/>
          </p:cNvSpPr>
          <p:nvPr/>
        </p:nvSpPr>
        <p:spPr>
          <a:xfrm>
            <a:off x="3364302" y="1333514"/>
            <a:ext cx="8195094" cy="8058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pt-BR" sz="2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584164B-A365-4DE3-BE91-B88986986A2F}"/>
              </a:ext>
            </a:extLst>
          </p:cNvPr>
          <p:cNvSpPr txBox="1"/>
          <p:nvPr/>
        </p:nvSpPr>
        <p:spPr>
          <a:xfrm>
            <a:off x="3364302" y="5201320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DENISE MORAES </a:t>
            </a:r>
          </a:p>
          <a:p>
            <a:r>
              <a:rPr lang="pt-BR" dirty="0"/>
              <a:t>Coordenadora do curso de Ciências da Computação EAD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FBB381-A514-FE99-33CF-ADE8A9C70F36}"/>
              </a:ext>
            </a:extLst>
          </p:cNvPr>
          <p:cNvSpPr txBox="1"/>
          <p:nvPr/>
        </p:nvSpPr>
        <p:spPr>
          <a:xfrm>
            <a:off x="3206151" y="2139352"/>
            <a:ext cx="6098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MARCOS CRUZ DE AZEVEDO </a:t>
            </a:r>
          </a:p>
          <a:p>
            <a:r>
              <a:rPr lang="pt-BR" dirty="0"/>
              <a:t>Coordenador do curso de Licenciatura em Matemática EAD</a:t>
            </a:r>
          </a:p>
          <a:p>
            <a:r>
              <a:rPr lang="pt-BR" dirty="0">
                <a:hlinkClick r:id="rId2"/>
              </a:rPr>
              <a:t>(1) Marcos Cruz de Azevedo | LinkedIn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CB9CC7-4DE9-41BA-7C6D-D32AD17A9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20" y="3709359"/>
            <a:ext cx="2512170" cy="25168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1F6A427-950D-A527-63B9-3F8833900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92" y="540177"/>
            <a:ext cx="2454698" cy="24546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894194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184</Words>
  <Application>Microsoft Office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Grupo de Estudos em Educação, Matemática e Tecnologias - GEMATECH</vt:lpstr>
      <vt:lpstr>Apresentação do PowerPoint</vt:lpstr>
      <vt:lpstr>Licenciatura em Matemática EAD</vt:lpstr>
      <vt:lpstr>Apresentação do PowerPoint</vt:lpstr>
      <vt:lpstr>Apresentação do PowerPoint</vt:lpstr>
      <vt:lpstr>Apresentação do PowerPoint</vt:lpstr>
      <vt:lpstr>Apresentação do PowerPoint</vt:lpstr>
      <vt:lpstr>Pedagogia EAD</vt:lpstr>
      <vt:lpstr>Apresentação do PowerPoint</vt:lpstr>
      <vt:lpstr>Orientadores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Cruz de Azevedo</dc:creator>
  <cp:lastModifiedBy>Marcos Cruz de Azevedo</cp:lastModifiedBy>
  <cp:revision>1</cp:revision>
  <dcterms:created xsi:type="dcterms:W3CDTF">2025-11-26T19:45:55Z</dcterms:created>
  <dcterms:modified xsi:type="dcterms:W3CDTF">2025-11-26T20:44:54Z</dcterms:modified>
</cp:coreProperties>
</file>